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rino Spaco" initials="VS" lastIdx="1" clrIdx="0">
    <p:extLst>
      <p:ext uri="{19B8F6BF-5375-455C-9EA6-DF929625EA0E}">
        <p15:presenceInfo xmlns:p15="http://schemas.microsoft.com/office/powerpoint/2012/main" userId="f4f97ef788a0ad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C5ED38-E470-4E02-A4E1-689B3CBF1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3B60D76-7E76-47AE-9F35-4FB17E81E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AC2E5E-01CA-47D2-AED3-00B700E0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45BF72-EF84-42BE-BA4A-BE257E45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A23D3-5586-4CFF-A366-D3BBBF4F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54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1D481-4443-4226-B674-BBCD765A3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F0180B-E901-4734-901C-0A1D6B90D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287B1A-E1D1-40D0-9F49-817C5A30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6F7C33-29D4-4E65-88D1-D2DA088AF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1978BA-9B85-499F-A5B0-AA841FDA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31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28E02B-66AA-490D-AFAB-44ACF307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E91222-1C74-4637-838D-50090119D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1D5861-C913-4284-87A4-C41FADDB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52B21C-F9F0-45B5-B720-001F3F4E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52D080-916F-4868-8756-052DA43C2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00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739D69-6291-47F9-B74A-3AE2AF72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6F2AB0-C8F9-4E90-8B19-12D53110F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109FA2-405E-40EC-952A-E34310DCA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5FAEA8-C068-41B1-B21C-BD90BE683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B57B24-2BE8-4426-9BEF-52EF256E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15E632-8176-4F06-8B3F-661C288A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996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A41BD-2708-4585-AC66-E2510BFC3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D09224-EFE3-485F-83DA-41CCD838A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FC079E-F4AB-4544-8190-BF70115DB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D7C7FB-49CF-4984-9C03-844C17CE0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731EE4A-5F86-4C32-91A4-C709ECED8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6738EB9-C9FD-4A81-9E7B-B0068A52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53EC2E-F1D9-4A99-A812-D08644E5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23D93C-1C16-4EBF-BF24-67453FD1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A63ED-4DD3-44EA-B968-A594C5056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4B84DD7-27CB-4B48-9DB8-9ACFD76D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BA832BA-76D4-470E-BB19-1A50C248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8BE879-EBF3-48FB-9E5A-F82C3F54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10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E80A918-9C6F-4AE3-B826-798CACFB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05284C2-AD75-423D-BCE0-2313B95E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10F822-BE2A-4CBB-9883-BA6D28A4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25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0799F1-FF84-4FB4-857A-41062818D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E21879-3768-495C-8F00-AED8864ED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B97323-5C70-4E56-ADB3-9BD322EAF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03D723-5591-4ABA-8C80-7A0046110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DB6E18-6844-4890-8E95-E5D05A0A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005A55-A25E-424A-A29C-DA149F76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542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0FB32-D638-4653-BD69-31D9BF5BC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3E2ED34-D3AB-409D-8E07-1B2BACB0C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E1FCA-993B-4C65-847D-7CD61F1B7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D96A80-91E1-4AB1-A796-C2402689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946CD0-8E01-42F9-839F-479D4962D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A26EB8-915E-485B-8352-45F8D926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1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7EF87-5608-4B0E-842F-C216D4158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E1A1BE-25CD-4FA1-9C1E-E655F1855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A0A9BF-9645-4626-AAFD-AAD4AFCC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201A37-70A1-4A1D-B8E2-55918886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EE7771-7C97-4579-9F5D-B622AED6B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2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EBA4177-B862-4680-9B21-E03B90927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2B12DB-AFDD-44B3-920C-C538ACEF3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9745DD-1ACC-4FF8-B97D-CA332F104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61AE60-F1D0-41B3-BD68-32A73EC7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F1595B-9937-4C17-AEA9-09B35A0D1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516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502DE-CA8E-472A-96CD-76BEF801D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A369B9-8808-40F9-A6B7-84C50C7B4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3228B9-24B5-470F-8292-07159E54A0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2BFB6-1FC3-41CB-8C42-49EFF6365B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639312-556E-4B02-94A1-39F9363E0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4F1653-2B4C-4887-B069-CB2BB04C5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3BAD9-F855-4EE1-BA3C-3F3287C71C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4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6000" r="-7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86A22-1E24-41DB-BC37-A62016C621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Lent_Frankenstein</a:t>
            </a:r>
            <a:r>
              <a:rPr lang="en-US" b="1" dirty="0">
                <a:solidFill>
                  <a:schemeClr val="bg1"/>
                </a:solidFill>
              </a:rPr>
              <a:t>: Retail Price Tag Recognition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CF29EE-901C-4364-8E21-880CC0178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tx2">
              <a:alpha val="51000"/>
            </a:schemeClr>
          </a:solidFill>
          <a:effectLst>
            <a:softEdge rad="31750"/>
          </a:effectLst>
        </p:spPr>
        <p:txBody>
          <a:bodyPr>
            <a:normAutofit lnSpcReduction="10000"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Решение для автоматического распознавания ценников</a:t>
            </a:r>
          </a:p>
          <a:p>
            <a:r>
              <a:rPr lang="ru-RU" b="1" dirty="0">
                <a:solidFill>
                  <a:schemeClr val="bg1"/>
                </a:solidFill>
              </a:rPr>
              <a:t>с видеопотока робота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Команда: </a:t>
            </a:r>
            <a:r>
              <a:rPr lang="en-US" b="1" dirty="0" err="1">
                <a:solidFill>
                  <a:schemeClr val="bg1"/>
                </a:solidFill>
              </a:rPr>
              <a:t>KarpoVision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| </a:t>
            </a:r>
            <a:r>
              <a:rPr lang="ru-RU" b="1" dirty="0" err="1">
                <a:solidFill>
                  <a:schemeClr val="bg1"/>
                </a:solidFill>
              </a:rPr>
              <a:t>Lenta</a:t>
            </a:r>
            <a:r>
              <a:rPr lang="ru-RU" b="1" dirty="0">
                <a:solidFill>
                  <a:schemeClr val="bg1"/>
                </a:solidFill>
              </a:rPr>
              <a:t> Tech Life </a:t>
            </a:r>
            <a:r>
              <a:rPr lang="ru-RU" b="1" dirty="0" err="1">
                <a:solidFill>
                  <a:schemeClr val="bg1"/>
                </a:solidFill>
              </a:rPr>
              <a:t>Hack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8ED3508-731B-4E3A-A070-30027FC2CB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062" y="4117936"/>
            <a:ext cx="2634618" cy="263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533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6000" r="-7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86A22-1E24-41DB-BC37-A62016C62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Состав команды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CF29EE-901C-4364-8E21-880CC0178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57240" cy="2980055"/>
          </a:xfrm>
          <a:solidFill>
            <a:schemeClr val="tx2">
              <a:alpha val="51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Басалаева Маргарита</a:t>
            </a:r>
            <a:r>
              <a:rPr lang="en-US" b="1" dirty="0">
                <a:solidFill>
                  <a:schemeClr val="bg1"/>
                </a:solidFill>
              </a:rPr>
              <a:t> – CV engineer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</a:rPr>
              <a:t>tg</a:t>
            </a:r>
            <a:r>
              <a:rPr lang="en-US" b="1" dirty="0">
                <a:solidFill>
                  <a:schemeClr val="bg1"/>
                </a:solidFill>
              </a:rPr>
              <a:t>: @virinospaco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Новицкий Владислав – </a:t>
            </a:r>
            <a:r>
              <a:rPr lang="en-US" b="1" dirty="0">
                <a:solidFill>
                  <a:schemeClr val="bg1"/>
                </a:solidFill>
              </a:rPr>
              <a:t>ML engineer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</a:rPr>
              <a:t>tg</a:t>
            </a:r>
            <a:r>
              <a:rPr lang="en-US" b="1" dirty="0">
                <a:solidFill>
                  <a:schemeClr val="bg1"/>
                </a:solidFill>
              </a:rPr>
              <a:t>: @VladisRave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Гусев Данила – </a:t>
            </a:r>
            <a:r>
              <a:rPr lang="en-US" b="1" dirty="0">
                <a:solidFill>
                  <a:schemeClr val="bg1"/>
                </a:solidFill>
              </a:rPr>
              <a:t>Backend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</a:rPr>
              <a:t>tg</a:t>
            </a:r>
            <a:r>
              <a:rPr lang="en-US" b="1" dirty="0">
                <a:solidFill>
                  <a:schemeClr val="bg1"/>
                </a:solidFill>
              </a:rPr>
              <a:t>: @danyagusevv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49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6000" r="-7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86A22-1E24-41DB-BC37-A62016C62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Постановка задачи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CF29EE-901C-4364-8E21-880CC0178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04464" cy="2543175"/>
          </a:xfrm>
          <a:solidFill>
            <a:schemeClr val="tx2">
              <a:alpha val="51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Реализовать </a:t>
            </a:r>
            <a:r>
              <a:rPr lang="ru-RU" b="1" dirty="0" err="1">
                <a:solidFill>
                  <a:schemeClr val="bg1"/>
                </a:solidFill>
              </a:rPr>
              <a:t>пайплайн</a:t>
            </a:r>
            <a:r>
              <a:rPr lang="ru-RU" b="1" dirty="0">
                <a:solidFill>
                  <a:schemeClr val="bg1"/>
                </a:solidFill>
              </a:rPr>
              <a:t>, который детектирует ценники на кадрах и распознает максимальное количество ключевых параметров.</a:t>
            </a:r>
          </a:p>
          <a:p>
            <a:pPr marL="0" indent="0">
              <a:buNone/>
            </a:pPr>
            <a:endParaRPr lang="ru-RU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Предлагаемое решение: </a:t>
            </a:r>
            <a:r>
              <a:rPr lang="en-US" b="1" dirty="0">
                <a:solidFill>
                  <a:schemeClr val="bg1"/>
                </a:solidFill>
              </a:rPr>
              <a:t>YOLOv11s + </a:t>
            </a:r>
            <a:r>
              <a:rPr lang="en-US" b="1" dirty="0" err="1">
                <a:solidFill>
                  <a:schemeClr val="bg1"/>
                </a:solidFill>
              </a:rPr>
              <a:t>PaddleOCR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569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6000" r="-7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86A22-1E24-41DB-BC37-A62016C62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Анализ входных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CF29EE-901C-4364-8E21-880CC0178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04464" cy="2543175"/>
          </a:xfrm>
          <a:solidFill>
            <a:schemeClr val="tx2">
              <a:alpha val="51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Данные зашумленные: в видео есть блики, тени, перекрытия.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Сами </a:t>
            </a:r>
            <a:r>
              <a:rPr lang="ru-RU" b="1" dirty="0" err="1">
                <a:solidFill>
                  <a:schemeClr val="bg1"/>
                </a:solidFill>
              </a:rPr>
              <a:t>датафреймы</a:t>
            </a:r>
            <a:r>
              <a:rPr lang="ru-RU" b="1" dirty="0">
                <a:solidFill>
                  <a:schemeClr val="bg1"/>
                </a:solidFill>
              </a:rPr>
              <a:t> тоже имеют ошибки: где-то ошибка в колонке, где-то есть </a:t>
            </a:r>
            <a:r>
              <a:rPr lang="en-US" b="1" dirty="0">
                <a:solidFill>
                  <a:schemeClr val="bg1"/>
                </a:solidFill>
              </a:rPr>
              <a:t>nan</a:t>
            </a:r>
            <a:r>
              <a:rPr lang="ru-RU" b="1" dirty="0">
                <a:solidFill>
                  <a:schemeClr val="bg1"/>
                </a:solidFill>
              </a:rPr>
              <a:t>. Всё это подвергается предобработке.</a:t>
            </a:r>
          </a:p>
        </p:txBody>
      </p:sp>
    </p:spTree>
    <p:extLst>
      <p:ext uri="{BB962C8B-B14F-4D97-AF65-F5344CB8AC3E}">
        <p14:creationId xmlns:p14="http://schemas.microsoft.com/office/powerpoint/2010/main" val="254315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6000" r="-7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86A22-1E24-41DB-BC37-A62016C62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Анализ входных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CF29EE-901C-4364-8E21-880CC0178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04464" cy="2543175"/>
          </a:xfrm>
          <a:solidFill>
            <a:schemeClr val="tx2">
              <a:alpha val="51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Данные зашумленные: в видео есть блики, тени, перекрытия.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Сами </a:t>
            </a:r>
            <a:r>
              <a:rPr lang="ru-RU" b="1" dirty="0" err="1">
                <a:solidFill>
                  <a:schemeClr val="bg1"/>
                </a:solidFill>
              </a:rPr>
              <a:t>датафреймы</a:t>
            </a:r>
            <a:r>
              <a:rPr lang="ru-RU" b="1" dirty="0">
                <a:solidFill>
                  <a:schemeClr val="bg1"/>
                </a:solidFill>
              </a:rPr>
              <a:t> тоже имеют ошибки: где-то ошибка в колонке, где-то есть </a:t>
            </a:r>
            <a:r>
              <a:rPr lang="en-US" b="1" dirty="0">
                <a:solidFill>
                  <a:schemeClr val="bg1"/>
                </a:solidFill>
              </a:rPr>
              <a:t>nan</a:t>
            </a:r>
            <a:r>
              <a:rPr lang="ru-RU" b="1" dirty="0">
                <a:solidFill>
                  <a:schemeClr val="bg1"/>
                </a:solidFill>
              </a:rPr>
              <a:t>. Всё это подвергается предобработке.</a:t>
            </a:r>
          </a:p>
        </p:txBody>
      </p:sp>
    </p:spTree>
    <p:extLst>
      <p:ext uri="{BB962C8B-B14F-4D97-AF65-F5344CB8AC3E}">
        <p14:creationId xmlns:p14="http://schemas.microsoft.com/office/powerpoint/2010/main" val="17013612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145</Words>
  <Application>Microsoft Office PowerPoint</Application>
  <PresentationFormat>Широкоэкранный</PresentationFormat>
  <Paragraphs>22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Lent_Frankenstein: Retail Price Tag Recognition</vt:lpstr>
      <vt:lpstr>Состав команды</vt:lpstr>
      <vt:lpstr>Постановка задачи</vt:lpstr>
      <vt:lpstr>Анализ входных данных</vt:lpstr>
      <vt:lpstr>Анализ входных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Virino Spaco</dc:creator>
  <cp:lastModifiedBy>Virino Spaco</cp:lastModifiedBy>
  <cp:revision>6</cp:revision>
  <dcterms:created xsi:type="dcterms:W3CDTF">2026-05-18T19:19:13Z</dcterms:created>
  <dcterms:modified xsi:type="dcterms:W3CDTF">2026-05-18T21:07:22Z</dcterms:modified>
</cp:coreProperties>
</file>